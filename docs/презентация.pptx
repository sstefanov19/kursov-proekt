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92D1B-1BEB-CDE4-6F90-C0985F7137A7}" v="75" dt="2026-05-02T19:24:08.758"/>
    <p1510:client id="{A700EACB-2D7D-2D57-5098-9131E7953275}" v="143" dt="2026-05-02T19:42:36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03120" y="4206240"/>
            <a:ext cx="2194560" cy="2194560"/>
          </a:xfrm>
          <a:prstGeom prst="ellipse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371600"/>
            <a:ext cx="2560320" cy="2560320"/>
          </a:xfrm>
          <a:prstGeom prst="ellipse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MA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417320"/>
            <a:ext cx="2926080" cy="384048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444752"/>
            <a:ext cx="283464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az-Cyrl-AZ" sz="1100" b="1" dirty="0">
                <a:solidFill>
                  <a:srgbClr val="FFFFFF"/>
                </a:solidFill>
              </a:rPr>
              <a:t>Курсов Проект </a:t>
            </a:r>
            <a:r>
              <a:rPr lang="en-US" sz="1100" b="1" dirty="0">
                <a:solidFill>
                  <a:srgbClr val="FFFFFF"/>
                </a:solidFill>
              </a:rPr>
              <a:t>+ </a:t>
            </a:r>
            <a:r>
              <a:rPr lang="en-US" sz="1100" b="1" dirty="0" err="1">
                <a:solidFill>
                  <a:srgbClr val="FFFFFF"/>
                </a:solidFill>
              </a:rPr>
              <a:t>Освобождаване</a:t>
            </a:r>
            <a:r>
              <a:rPr lang="en-US" sz="1100" b="1" dirty="0">
                <a:solidFill>
                  <a:srgbClr val="FFFFFF"/>
                </a:solidFill>
              </a:rPr>
              <a:t> </a:t>
            </a:r>
            <a:r>
              <a:rPr sz="1100" b="1" i="0" dirty="0">
                <a:solidFill>
                  <a:srgbClr val="FFFFFF"/>
                </a:solidFill>
              </a:rPr>
              <a:t>— ПМУ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2024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92608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BEAFE"/>
                </a:solidFill>
              </a:rPr>
              <a:t>Adventure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069080"/>
            <a:ext cx="66751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 i="0" dirty="0" err="1">
                <a:solidFill>
                  <a:schemeClr val="bg1"/>
                </a:solidFill>
              </a:rPr>
              <a:t>Образователна</a:t>
            </a:r>
            <a:r>
              <a:rPr sz="1800" b="0" i="0" dirty="0">
                <a:solidFill>
                  <a:schemeClr val="bg1"/>
                </a:solidFill>
              </a:rPr>
              <a:t> </a:t>
            </a:r>
            <a:r>
              <a:rPr sz="1800" b="0" i="0" dirty="0" err="1">
                <a:solidFill>
                  <a:schemeClr val="bg1"/>
                </a:solidFill>
              </a:rPr>
              <a:t>игра</a:t>
            </a:r>
            <a:r>
              <a:rPr sz="1800" b="0" i="0" dirty="0">
                <a:solidFill>
                  <a:schemeClr val="bg1"/>
                </a:solidFill>
              </a:rPr>
              <a:t> </a:t>
            </a:r>
            <a:r>
              <a:rPr sz="1800" b="0" i="0" dirty="0" err="1">
                <a:solidFill>
                  <a:schemeClr val="bg1"/>
                </a:solidFill>
              </a:rPr>
              <a:t>по</a:t>
            </a:r>
            <a:r>
              <a:rPr sz="1800" b="0" i="0" dirty="0">
                <a:solidFill>
                  <a:schemeClr val="bg1"/>
                </a:solidFill>
              </a:rPr>
              <a:t> </a:t>
            </a:r>
            <a:r>
              <a:rPr sz="1800" b="0" i="0" dirty="0" err="1">
                <a:solidFill>
                  <a:schemeClr val="bg1"/>
                </a:solidFill>
              </a:rPr>
              <a:t>математика</a:t>
            </a:r>
            <a:r>
              <a:rPr sz="1800" b="0" i="0" dirty="0">
                <a:solidFill>
                  <a:schemeClr val="bg1"/>
                </a:solidFill>
              </a:rPr>
              <a:t> </a:t>
            </a:r>
            <a:r>
              <a:rPr sz="1800" b="0" i="0" dirty="0" err="1">
                <a:solidFill>
                  <a:schemeClr val="bg1"/>
                </a:solidFill>
              </a:rPr>
              <a:t>за</a:t>
            </a:r>
            <a:r>
              <a:rPr sz="1800" b="0" i="0" dirty="0">
                <a:solidFill>
                  <a:schemeClr val="bg1"/>
                </a:solidFill>
              </a:rPr>
              <a:t> </a:t>
            </a:r>
            <a:r>
              <a:rPr sz="1800" b="0" i="0" dirty="0" err="1">
                <a:solidFill>
                  <a:schemeClr val="bg1"/>
                </a:solidFill>
              </a:rPr>
              <a:t>деца</a:t>
            </a:r>
            <a:endParaRPr lang="en-US" sz="1800" b="0" i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20640" y="4754880"/>
            <a:ext cx="2103120" cy="384048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4773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 Native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754880"/>
            <a:ext cx="21031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773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4754880"/>
            <a:ext cx="210312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4773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394960"/>
            <a:ext cx="667512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 dirty="0" err="1">
                <a:solidFill>
                  <a:schemeClr val="bg1"/>
                </a:solidFill>
              </a:rPr>
              <a:t>Тема</a:t>
            </a:r>
            <a:r>
              <a:rPr sz="1300" b="0" i="0" dirty="0">
                <a:solidFill>
                  <a:schemeClr val="bg1"/>
                </a:solidFill>
              </a:rPr>
              <a:t> №22  ·  </a:t>
            </a:r>
            <a:r>
              <a:rPr lang="az-Cyrl-AZ" sz="1300" dirty="0">
                <a:solidFill>
                  <a:schemeClr val="bg1"/>
                </a:solidFill>
              </a:rPr>
              <a:t>Програмиране за </a:t>
            </a:r>
            <a:r>
              <a:rPr sz="1300" b="0" i="0" dirty="0" err="1">
                <a:solidFill>
                  <a:schemeClr val="bg1"/>
                </a:solidFill>
              </a:rPr>
              <a:t>мобилни</a:t>
            </a:r>
            <a:r>
              <a:rPr sz="1300" b="0" i="0" dirty="0">
                <a:solidFill>
                  <a:schemeClr val="bg1"/>
                </a:solidFill>
              </a:rPr>
              <a:t> </a:t>
            </a:r>
            <a:r>
              <a:rPr sz="1300" b="0" i="0" dirty="0" err="1">
                <a:solidFill>
                  <a:schemeClr val="bg1"/>
                </a:solidFill>
              </a:rPr>
              <a:t>устройства</a:t>
            </a:r>
            <a:r>
              <a:rPr sz="1300" b="0" i="0" dirty="0">
                <a:solidFill>
                  <a:schemeClr val="bg1"/>
                </a:solidFill>
              </a:rPr>
              <a:t>  ·  2025/2026</a:t>
            </a:r>
            <a:endParaRPr lang="en-US" sz="1300" b="0" i="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React Native 0.81  ·  Java 21  ·  Expo SDK 54  ·  Spring Boot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8B1221-0FE3-6E58-CBB3-54828F4F7A2F}"/>
              </a:ext>
            </a:extLst>
          </p:cNvPr>
          <p:cNvSpPr txBox="1"/>
          <p:nvPr/>
        </p:nvSpPr>
        <p:spPr>
          <a:xfrm>
            <a:off x="5120647" y="4404768"/>
            <a:ext cx="47042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chemeClr val="bg2"/>
                </a:solidFill>
                <a:ea typeface="Calibri"/>
                <a:cs typeface="Calibri"/>
              </a:rPr>
              <a:t>Стефан</a:t>
            </a:r>
            <a:r>
              <a:rPr lang="en-US" dirty="0">
                <a:solidFill>
                  <a:schemeClr val="bg2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2"/>
                </a:solidFill>
                <a:ea typeface="Calibri"/>
                <a:cs typeface="Calibri"/>
              </a:rPr>
              <a:t>Стефанов</a:t>
            </a:r>
            <a:r>
              <a:rPr lang="en-US" dirty="0">
                <a:solidFill>
                  <a:schemeClr val="bg2"/>
                </a:solidFill>
                <a:ea typeface="Calibri"/>
                <a:cs typeface="Calibri"/>
              </a:rPr>
              <a:t> №121223205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Как работи приложението — потребителски поток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09728"/>
            <a:ext cx="1097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B76E5"/>
                </a:solidFill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783080" cy="4114800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9" y="192024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0574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6517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4-slide карусел
свайп жест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34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B4D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143000"/>
            <a:ext cx="1783080" cy="4114800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1234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92024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0" y="20574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Регистрация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517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Потребител + парола
JWT токен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834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B4D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143000"/>
            <a:ext cx="1783080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51959" y="1234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192024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59" y="20574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Home екран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26517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Ниво · XP · Streak
Бързи действия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834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B4D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19" y="1143000"/>
            <a:ext cx="1783080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19" y="1234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39" y="192024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19" y="20574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Игра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6517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Избери трудност
Решавай задачи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999" y="2834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B4D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1143000"/>
            <a:ext cx="1783080" cy="411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79" y="1234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92024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79" y="20574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Награди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26517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XP · Level up
Перкове · Монети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9" y="2834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B4D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49840" y="1143000"/>
            <a:ext cx="1783080" cy="4114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49840" y="12344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95560" y="192024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49840" y="20574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Класация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26517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Глобална · Стая
Сравни с другите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440680"/>
            <a:ext cx="115214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504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B4D"/>
                </a:solidFill>
              </a:rPr>
              <a:t>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5321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Expo 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87044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Стартира директно
на телефона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504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B4D"/>
                </a:solidFill>
              </a:rPr>
              <a:t>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55321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Expo Router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0" y="587044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File-based навигация
между екраните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5504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B4D"/>
                </a:solidFill>
              </a:rPr>
              <a:t>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59" y="55321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SecureStore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59" y="587044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Токенът се пази
криптирано локално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19" y="5504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B4D"/>
                </a:solidFill>
              </a:rPr>
              <a:t>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19" y="55321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Auto-redirect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6919" y="587044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При съществуващ токен
прескача login екрана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Мобилни функционалности — телефонът е в центъра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09728"/>
            <a:ext cx="1097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49039" cy="5577840"/>
          </a:xfrm>
          <a:prstGeom prst="rect">
            <a:avLst/>
          </a:prstGeom>
          <a:solidFill>
            <a:srgbClr val="EDE9F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49039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B4D"/>
                </a:solidFill>
              </a:rPr>
              <a:t>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188720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Haptic Feedback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85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938528"/>
            <a:ext cx="73152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Физическо усещане при верен отговор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29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852928"/>
            <a:ext cx="73152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Различна вибрация при грешен отговор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673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767328"/>
            <a:ext cx="73152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840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Работи на iOS и Android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097280"/>
            <a:ext cx="3749039" cy="557784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0" y="1097280"/>
            <a:ext cx="3749039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114300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B4D"/>
                </a:solidFill>
              </a:rP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188720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Push Нотификации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9385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80560" y="1938528"/>
            <a:ext cx="73152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45152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Напомняне за ежедневен streak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28529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80560" y="2852928"/>
            <a:ext cx="73152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45152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Планирани при стартиране на апп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37673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60" y="3767328"/>
            <a:ext cx="73152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45152" y="3840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Работят при затворено приложение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1097280"/>
            <a:ext cx="3749039" cy="557784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29600" y="1097280"/>
            <a:ext cx="3749039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114300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B4D"/>
                </a:solidFill>
              </a:rPr>
              <a:t>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1188720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Жестове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19385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412480" y="1938528"/>
            <a:ext cx="7315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77072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Swipe left/right — onboarding карусел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28529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412480" y="2852928"/>
            <a:ext cx="7315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77072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Хоризонтален скрол с pagingEnabled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37673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412480" y="3767328"/>
            <a:ext cx="7315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77072" y="3840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TouchableOpacity с тактилен feedback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4681728"/>
            <a:ext cx="3383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412480" y="4681728"/>
            <a:ext cx="7315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77072" y="4754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ScrollView в магазин и класации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REST API — Backend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09728"/>
            <a:ext cx="1097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0B981"/>
                </a:solidFill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749039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143000"/>
            <a:ext cx="356615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 Автентикация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3749039" cy="5120640"/>
          </a:xfrm>
          <a:prstGeom prst="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691640"/>
            <a:ext cx="68580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709928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709928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/auth/register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574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Регистрация на потребител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68880"/>
            <a:ext cx="3529583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2587752"/>
            <a:ext cx="68580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60604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60604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/auth/login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95351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Вход — връща JWT токен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097280"/>
            <a:ext cx="3749039" cy="475488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0248" y="1143000"/>
            <a:ext cx="356615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👤  Играч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572768"/>
            <a:ext cx="3749039" cy="5120640"/>
          </a:xfrm>
          <a:prstGeom prst="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70248" y="1691640"/>
            <a:ext cx="685800" cy="329184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0248" y="1709928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709928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/player/me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0574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Профил, ниво, XP, streak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2468880"/>
            <a:ext cx="3529583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70248" y="2587752"/>
            <a:ext cx="68580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0248" y="260604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60604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/player/xp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95351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Добавя XP след игрова сесия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0248" y="3364992"/>
            <a:ext cx="3529583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70248" y="3483864"/>
            <a:ext cx="68580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70248" y="3502152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502152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/player/perk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84962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Активира / купува перк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4261104"/>
            <a:ext cx="3529583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70248" y="4379976"/>
            <a:ext cx="685800" cy="329184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70248" y="439826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39826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/player/leaderboard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45736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Глобална класация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1097280"/>
            <a:ext cx="3749039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56448" y="1143000"/>
            <a:ext cx="356615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🏫  Класни стаи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1572768"/>
            <a:ext cx="3749039" cy="5120640"/>
          </a:xfrm>
          <a:prstGeom prst="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56448" y="1691640"/>
            <a:ext cx="68580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56448" y="1709928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1709928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/classrooms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20574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Създава нова класна стая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56448" y="2468880"/>
            <a:ext cx="3529583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56448" y="2587752"/>
            <a:ext cx="68580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56448" y="260604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260604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/classrooms/join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295351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Присъединяване с код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56448" y="3364992"/>
            <a:ext cx="3529583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156448" y="3483864"/>
            <a:ext cx="685800" cy="329184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56448" y="3502152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3502152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/classrooms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384962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Списък с моите стаи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56448" y="4261104"/>
            <a:ext cx="3529583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56448" y="4379976"/>
            <a:ext cx="685800" cy="329184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156448" y="439826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439826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/classrooms/{code}/leaderboard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15400" y="4745736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Класация на стаята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56448" y="5157216"/>
            <a:ext cx="3529583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156448" y="5276088"/>
            <a:ext cx="68580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156448" y="5294375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15400" y="5294375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B4D"/>
                </a:solidFill>
              </a:rPr>
              <a:t>/classrooms/{id}/leave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15400" y="56418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Напускане на стая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6510528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Всяка заявка носи:  Authorization: Bearer &lt;token&gt;  —  Валидирана от JwtFilter преди controller-а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Игровият цикъл — XP, нива и перкове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09728"/>
            <a:ext cx="1097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3291840" cy="1005840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5808" y="1298448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B4D"/>
                </a:solidFill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Избери трудност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8249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Лесно / Средно / Трудно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B4D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3341" y="1778111"/>
            <a:ext cx="3291840" cy="1005840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3417" y="1975484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B4D"/>
                </a:solidFill>
              </a:rPr>
              <a:t>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9659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Реши задачата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36829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Математически въпрос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B4D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4297680"/>
            <a:ext cx="329184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62088" y="4407408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B4D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3891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Отговор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79145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Haptic + визуален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B4D"/>
                </a:solidFill>
              </a:rPr>
              <a:t>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5349240"/>
            <a:ext cx="329184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33088" y="5458968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B4D"/>
                </a:solidFill>
              </a:rPr>
              <a:t>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440679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Начисли XP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8430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Различно по трудност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321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B4D"/>
                </a:solidFill>
              </a:rPr>
              <a:t>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3207" y="4197476"/>
            <a:ext cx="32918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4315968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B4D"/>
                </a:solidFill>
              </a:rPr>
              <a:t>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297679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Level up?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000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Анимиран overlay при ниво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B4D"/>
                </a:solidFill>
              </a:rPr>
              <a:t>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435" y="2349695"/>
            <a:ext cx="3291840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362" y="2516391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B4D"/>
                </a:solidFill>
              </a:rPr>
              <a:t>🛍️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5670" y="2555071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Отключи перк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5670" y="275582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Нов перк на всяко ново ниво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2331720"/>
            <a:ext cx="338328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69080" y="23957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B4D"/>
                </a:solidFill>
              </a:rPr>
              <a:t>⭐  XP по трудност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2834640"/>
            <a:ext cx="3383280" cy="3657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977639" y="2944368"/>
            <a:ext cx="14630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77639" y="29992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Лесно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299923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+10 XP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3538728"/>
            <a:ext cx="14630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77639" y="35935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Средно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359359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+20 XP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7639" y="4133088"/>
            <a:ext cx="146304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77639" y="41879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Трудно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418795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</a:rPr>
              <a:t>+35 XP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Нивото расте прогресивно —
всеки 5 нива нужният XP се увеличава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Архитектура и сигурност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09728"/>
            <a:ext cx="1097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B47D1"/>
                </a:solidFill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3703320" cy="5120640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📱 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429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React Native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Expo Router — навигация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SecureStore — токен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i18n — BG / 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expo-haptics · expo-notifications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3383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B4D"/>
                </a:solidFill>
              </a:rPr>
              <a:t>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097280"/>
            <a:ext cx="3703320" cy="5120640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1704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⚙️ 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737360"/>
            <a:ext cx="3429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1874519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Spring Boot 4 + Java 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5603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Controller → Service →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JWT автентикация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319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Spring Security филтър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6177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GlobalExceptionHandler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383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B4D"/>
                </a:solidFill>
              </a:rPr>
              <a:t>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097280"/>
            <a:ext cx="3703320" cy="512064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1704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🗄️  Database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737360"/>
            <a:ext cx="3429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874519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25603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JPA / Hibernate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Таблица: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9319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Таблица: classrooms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46177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Таблица: classroom_members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355080"/>
            <a:ext cx="11521440" cy="384048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6373368"/>
            <a:ext cx="2148840" cy="329184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3916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Потребителят влиза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640994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61488" y="6373368"/>
            <a:ext cx="2148840" cy="329184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61488" y="63916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JWT се генерира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640994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65776" y="6373368"/>
            <a:ext cx="2148840" cy="329184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65776" y="6391656"/>
            <a:ext cx="214884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az-Cyrl-AZ" sz="1000" b="1" dirty="0">
                <a:solidFill>
                  <a:srgbClr val="FFFFFF"/>
                </a:solidFill>
              </a:rPr>
              <a:t>Запазва се</a:t>
            </a:r>
            <a:r>
              <a:rPr sz="1000" b="1" i="0" dirty="0">
                <a:solidFill>
                  <a:srgbClr val="FFFFFF"/>
                </a:solidFill>
              </a:rPr>
              <a:t> в </a:t>
            </a:r>
            <a:r>
              <a:rPr sz="1000" b="1" i="0" dirty="0" err="1">
                <a:solidFill>
                  <a:srgbClr val="FFFFFF"/>
                </a:solidFill>
              </a:rPr>
              <a:t>SecureStore</a:t>
            </a:r>
            <a:endParaRPr lang="en-US" sz="1000" b="1" i="0" dirty="0" err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214616" y="640994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70064" y="6373368"/>
            <a:ext cx="2148840" cy="329184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70064" y="63916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Изпраща се с всяка заявка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18904" y="640994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74352" y="6373368"/>
            <a:ext cx="2148840" cy="329184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63916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JwtFilter го валидира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Класни стаи и класации — социалният елемент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109728"/>
            <a:ext cx="1097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8B5CF6"/>
                </a:solidFill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94960" cy="5577840"/>
          </a:xfrm>
          <a:prstGeom prst="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B5CF6"/>
                </a:solidFill>
              </a:rPr>
              <a:t>🏫  Класни стаи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5394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201168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0299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56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Учителят създава стая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Генерира се уникален код за присъединяване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" y="2816352"/>
            <a:ext cx="384048" cy="384048"/>
          </a:xfrm>
          <a:prstGeom prst="ellipse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83464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614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Ученикът въвежда кода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Присъединява се към стаята на класа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" y="362102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36393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Вижда класацията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913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Само членове на стаята — приватна</a:t>
            </a:r>
          </a:p>
        </p:txBody>
      </p:sp>
      <p:sp>
        <p:nvSpPr>
          <p:cNvPr id="22" name="Oval 21"/>
          <p:cNvSpPr/>
          <p:nvPr/>
        </p:nvSpPr>
        <p:spPr>
          <a:xfrm>
            <a:off x="384048" y="442569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444398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370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Сравнява прогреса си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7183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XP и ниво спрямо съученици</a:t>
            </a:r>
          </a:p>
        </p:txBody>
      </p:sp>
      <p:sp>
        <p:nvSpPr>
          <p:cNvPr id="26" name="Oval 25"/>
          <p:cNvSpPr/>
          <p:nvPr/>
        </p:nvSpPr>
        <p:spPr>
          <a:xfrm>
            <a:off x="384048" y="5230368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52486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1755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B4D"/>
                </a:solidFill>
              </a:rPr>
              <a:t>Напуска при желание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522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Стаята остава за останалите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097280"/>
            <a:ext cx="5852160" cy="5577840"/>
          </a:xfrm>
          <a:prstGeom prst="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11704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</a:rPr>
              <a:t>🏆  Класация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664208"/>
            <a:ext cx="5852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80760" y="1783080"/>
            <a:ext cx="26974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180136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Глобална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1783080"/>
            <a:ext cx="2697480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0" y="180136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Класна стая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240280"/>
            <a:ext cx="5760720" cy="347472"/>
          </a:xfrm>
          <a:prstGeom prst="rect">
            <a:avLst/>
          </a:prstGeom>
          <a:solidFill>
            <a:srgbClr val="F7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0" y="226771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B4D"/>
                </a:solidFill>
              </a:rPr>
              <a:t>#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2677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B4D"/>
                </a:solidFill>
              </a:rPr>
              <a:t>Потребител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2267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B4D"/>
                </a:solidFill>
              </a:rPr>
              <a:t>XP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22677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B4D"/>
                </a:solidFill>
              </a:rPr>
              <a:t>Ниво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2633472"/>
            <a:ext cx="5760720" cy="4754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2706624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270662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Maria_99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70662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4 280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270662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Lv 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3154679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3227832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B4D"/>
                </a:solidFill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322783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ivan_maths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3227832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B4D"/>
                </a:solidFill>
              </a:rPr>
              <a:t>3 910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22783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B4D"/>
                </a:solidFill>
              </a:rPr>
              <a:t>Lv 16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3675887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6480" y="3749039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B4D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3749039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petko_123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3749039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B4D"/>
                </a:solidFill>
              </a:rPr>
              <a:t>3 650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0" y="3749039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B4D"/>
                </a:solidFill>
              </a:rPr>
              <a:t>Lv 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4197096"/>
            <a:ext cx="576072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26480" y="4270248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76E5"/>
                </a:solidFill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427024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76E5"/>
                </a:solidFill>
              </a:rPr>
              <a:t>★ Вие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427024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76E5"/>
                </a:solidFill>
              </a:rPr>
              <a:t>2 240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87000" y="427024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76E5"/>
                </a:solidFill>
              </a:rPr>
              <a:t>Lv 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80760" y="4718304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4791456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B4D"/>
                </a:solidFill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29400" y="479145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alex_bg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69680" y="47914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B4D"/>
                </a:solidFill>
              </a:rPr>
              <a:t>1 980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87000" y="479145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B4D"/>
                </a:solidFill>
              </a:rPr>
              <a:t>Lv 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5239512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126480" y="5312664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B4D"/>
                </a:solidFill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29400" y="531266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B4D"/>
                </a:solidFill>
              </a:rPr>
              <a:t>stoyan_m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680" y="531266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B4D"/>
                </a:solidFill>
              </a:rPr>
              <a:t>1 540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87000" y="531266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B4D"/>
                </a:solidFill>
              </a:rPr>
              <a:t>Lv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137160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▶  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69748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BEAFE"/>
                </a:solidFill>
              </a:rPr>
              <a:t>Math Adventure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34" y="4351025"/>
            <a:ext cx="1828800" cy="1170432"/>
          </a:xfrm>
          <a:prstGeom prst="rect">
            <a:avLst/>
          </a:prstGeom>
          <a:solidFill>
            <a:srgbClr val="2B7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833" y="440951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040" y="4407408"/>
            <a:ext cx="13533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Onboarding
карусел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0351" y="4364172"/>
            <a:ext cx="1828800" cy="1170432"/>
          </a:xfrm>
          <a:prstGeom prst="rect">
            <a:avLst/>
          </a:prstGeom>
          <a:solidFill>
            <a:srgbClr val="0B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0567" y="43525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6720" y="4407408"/>
            <a:ext cx="13533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Регистрация
&amp; Вход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2031" y="4351025"/>
            <a:ext cx="1828800" cy="1170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59774" y="43525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4583" y="4407408"/>
            <a:ext cx="13533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Home екран
&amp; Прогрес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657" y="4337878"/>
            <a:ext cx="1828800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1454" y="43525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6263" y="4407408"/>
            <a:ext cx="13533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Игра
&amp; Haptics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1466" y="4337878"/>
            <a:ext cx="1828800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8080" y="4365691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889" y="4407408"/>
            <a:ext cx="13533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Level up
Анимация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96856" y="4351025"/>
            <a:ext cx="1828800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89652" y="43525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70079" y="4407408"/>
            <a:ext cx="13533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Класация
&amp; Стаи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React Native  ·  Spring Boot  ·  PostgreSQL  ·  JWT  ·  Expo Haptics  ·  Push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053328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Благодаря за вниманието!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63</cp:revision>
  <dcterms:created xsi:type="dcterms:W3CDTF">2013-01-27T09:14:16Z</dcterms:created>
  <dcterms:modified xsi:type="dcterms:W3CDTF">2026-05-02T19:47:13Z</dcterms:modified>
  <cp:category/>
</cp:coreProperties>
</file>